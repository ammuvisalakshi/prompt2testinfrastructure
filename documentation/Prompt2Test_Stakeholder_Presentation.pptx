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0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0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PROMPT2TEST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AI-Powered Test Automation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926080"/>
            <a:ext cx="210312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Describe tests in plain English. AI generates, executes, and reports.</a:t>
            </a:r>
            <a:br/>
            <a:r>
              <a:t>Built on AWS in 15 days by 1 engineer.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572000"/>
            <a:ext cx="1463040" cy="4114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AWS Bedrock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572000"/>
            <a:ext cx="1463040" cy="41148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Claude Sonnet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572000"/>
            <a:ext cx="1463040" cy="4114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Playwright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572000"/>
            <a:ext cx="1463040" cy="4114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572000"/>
            <a:ext cx="1463040" cy="4114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ECS Fargate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4572000"/>
            <a:ext cx="1463040" cy="41148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Aurora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Stakeholder Review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Manual testing is slow, expensive, and doesn't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7772400" cy="10515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0800" cy="10515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459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Manual test authoring takes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QA engineers spend 60-70% of time writing test scripts instead of finding bugs.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691640"/>
            <a:ext cx="347472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2-4 hours per test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88920"/>
            <a:ext cx="7772400" cy="10515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50800" cy="10515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803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Test maintenance is a constant burden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0040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Every UI change breaks existing tests. Teams spend more time fixing tests than writing new 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926080"/>
            <a:ext cx="347472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971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40% of QA effort on maintenance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023360"/>
            <a:ext cx="7772400" cy="10515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50800" cy="105156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FB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148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 live visibility during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4348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Tests run as black boxes. When they fail, engineers debug without seeing what happened.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160520"/>
            <a:ext cx="347472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06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D34D"/>
                </a:solidFill>
                <a:latin typeface="Segoe UI"/>
              </a:defRPr>
            </a:pPr>
            <a:r>
              <a:t>30-60 min to diagnose a failure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257800"/>
            <a:ext cx="7772400" cy="10515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257800"/>
            <a:ext cx="50800" cy="10515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" y="553212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3492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Scaling requires more headcount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6692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More features = more tests = more QA engineers. Linear cost growth.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5394960"/>
            <a:ext cx="347472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440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72B6"/>
                </a:solidFill>
                <a:latin typeface="Segoe UI"/>
              </a:defRPr>
            </a:pPr>
            <a:r>
              <a:t>1 QA per 3-4 developers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Solution: Prompt2Test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Describe what to test in plain English. AI does the 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1325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1325880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types a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1828800"/>
            <a:ext cx="1325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1828800"/>
            <a:ext cx="132588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React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1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Amplify hosted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828800"/>
            <a:ext cx="1325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828800"/>
            <a:ext cx="132588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Bedrock AgentCore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331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Claude Sonnet 4.5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828800"/>
            <a:ext cx="1325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828800"/>
            <a:ext cx="1325880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Segoe UI"/>
              </a:defRPr>
            </a:pPr>
            <a:r>
              <a:t>AI generates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331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structured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828800"/>
            <a:ext cx="1325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828800"/>
            <a:ext cx="13258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ECS Fargate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331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spins up browser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1828800"/>
            <a:ext cx="1325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89520" y="1828800"/>
            <a:ext cx="1325880" cy="508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Segoe UI"/>
              </a:defRPr>
            </a:pPr>
            <a:r>
              <a:t>Playwright 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331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executes 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1828800"/>
            <a:ext cx="1325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1828800"/>
            <a:ext cx="1325880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Live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31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noVNC stream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1828800"/>
            <a:ext cx="1325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15600" y="1828800"/>
            <a:ext cx="132588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0704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PASS / 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23317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saved to Aurora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474720"/>
            <a:ext cx="3749039" cy="2560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3474720"/>
            <a:ext cx="3749039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611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10x Faster Test Creation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023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Describe in English, get structured test plan in seconds. No scripting.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029200"/>
            <a:ext cx="2286000" cy="3200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Minutes, not hours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3474720"/>
            <a:ext cx="3749039" cy="2560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0" y="3474720"/>
            <a:ext cx="3749039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3611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Live Browser Visibility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4023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Watch tests execute in real-time via noVNC. See exactly what the AI does.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5029200"/>
            <a:ext cx="2286000" cy="3200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Zero black boxes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8160" y="3474720"/>
            <a:ext cx="3749039" cy="2560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8160" y="3474720"/>
            <a:ext cx="3749039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3611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Zero Infrastructure Overhead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023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On-demand ECS tasks. Pay only when tests run. No always-on servers.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21040" y="5029200"/>
            <a:ext cx="2286000" cy="3200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B923C"/>
                </a:solidFill>
                <a:latin typeface="Segoe UI"/>
              </a:defRPr>
            </a:pPr>
            <a:r>
              <a:t>$0.50/mo idle cost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86000" y="6217920"/>
            <a:ext cx="7589520" cy="4572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0" y="623620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D34D"/>
                </a:solidFill>
                <a:latin typeface="Segoe UI"/>
              </a:defRPr>
            </a:pPr>
            <a:r>
              <a:t>Result: QA engineers focus on WHAT to test, not HOW to test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4 fully functional screens -- all deployed and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463040"/>
            <a:ext cx="2834640" cy="51206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463040"/>
            <a:ext cx="283464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AI-powered test authoring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50545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Pick a service from config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291693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Describe test in plain English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332841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AI generates structured plan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373989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Review &amp; refine steps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415137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Execute with live browser view</a:t>
            </a:r>
          </a:p>
        </p:txBody>
      </p:sp>
      <p:sp>
        <p:nvSpPr>
          <p:cNvPr id="20" name="Oval 19"/>
          <p:cNvSpPr/>
          <p:nvPr/>
        </p:nvSpPr>
        <p:spPr>
          <a:xfrm>
            <a:off x="365760" y="456285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Save as reusable test case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212080"/>
            <a:ext cx="246888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Deployed &amp; 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1463040"/>
            <a:ext cx="2834640" cy="51206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1463040"/>
            <a:ext cx="2834640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Test case management</a:t>
            </a:r>
          </a:p>
        </p:txBody>
      </p:sp>
      <p:sp>
        <p:nvSpPr>
          <p:cNvPr id="27" name="Oval 26"/>
          <p:cNvSpPr/>
          <p:nvPr/>
        </p:nvSpPr>
        <p:spPr>
          <a:xfrm>
            <a:off x="3383280" y="2505456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Browse by env &amp; service</a:t>
            </a:r>
          </a:p>
        </p:txBody>
      </p:sp>
      <p:sp>
        <p:nvSpPr>
          <p:cNvPr id="29" name="Oval 28"/>
          <p:cNvSpPr/>
          <p:nvPr/>
        </p:nvSpPr>
        <p:spPr>
          <a:xfrm>
            <a:off x="3383280" y="2916936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880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Semantic search (pgvector)</a:t>
            </a:r>
          </a:p>
        </p:txBody>
      </p:sp>
      <p:sp>
        <p:nvSpPr>
          <p:cNvPr id="31" name="Oval 30"/>
          <p:cNvSpPr/>
          <p:nvPr/>
        </p:nvSpPr>
        <p:spPr>
          <a:xfrm>
            <a:off x="3383280" y="3328416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View last run result</a:t>
            </a:r>
          </a:p>
        </p:txBody>
      </p:sp>
      <p:sp>
        <p:nvSpPr>
          <p:cNvPr id="33" name="Oval 32"/>
          <p:cNvSpPr/>
          <p:nvPr/>
        </p:nvSpPr>
        <p:spPr>
          <a:xfrm>
            <a:off x="3383280" y="3739896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Re-run / Replay tests</a:t>
            </a:r>
          </a:p>
        </p:txBody>
      </p:sp>
      <p:sp>
        <p:nvSpPr>
          <p:cNvPr id="35" name="Oval 34"/>
          <p:cNvSpPr/>
          <p:nvPr/>
        </p:nvSpPr>
        <p:spPr>
          <a:xfrm>
            <a:off x="3383280" y="4151376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Edit or delete test cases</a:t>
            </a:r>
          </a:p>
        </p:txBody>
      </p:sp>
      <p:sp>
        <p:nvSpPr>
          <p:cNvPr id="37" name="Oval 36"/>
          <p:cNvSpPr/>
          <p:nvPr/>
        </p:nvSpPr>
        <p:spPr>
          <a:xfrm>
            <a:off x="3383280" y="4562856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Run records history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5212080"/>
            <a:ext cx="246888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Deployed &amp; Live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1463040"/>
            <a:ext cx="2834640" cy="51206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463040"/>
            <a:ext cx="283464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Segoe UI"/>
              </a:defRPr>
            </a:pPr>
            <a:r>
              <a:t>Config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Service &amp; account config</a:t>
            </a:r>
          </a:p>
        </p:txBody>
      </p:sp>
      <p:sp>
        <p:nvSpPr>
          <p:cNvPr id="44" name="Oval 43"/>
          <p:cNvSpPr/>
          <p:nvPr/>
        </p:nvSpPr>
        <p:spPr>
          <a:xfrm>
            <a:off x="6400800" y="250545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Services + URLs per env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0" y="291693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2880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Test accounts per env/team</a:t>
            </a:r>
          </a:p>
        </p:txBody>
      </p:sp>
      <p:sp>
        <p:nvSpPr>
          <p:cNvPr id="48" name="Oval 47"/>
          <p:cNvSpPr/>
          <p:nvPr/>
        </p:nvSpPr>
        <p:spPr>
          <a:xfrm>
            <a:off x="6400800" y="332841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DynamoDB backed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0" y="3739896"/>
            <a:ext cx="201168" cy="20116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Used by AI agent at runtime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212080"/>
            <a:ext cx="246888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Deployed &amp; Live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39" y="1463040"/>
            <a:ext cx="2834640" cy="51206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39" y="1463040"/>
            <a:ext cx="2834640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18319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19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 &amp; team management</a:t>
            </a:r>
          </a:p>
        </p:txBody>
      </p:sp>
      <p:sp>
        <p:nvSpPr>
          <p:cNvPr id="57" name="Oval 56"/>
          <p:cNvSpPr/>
          <p:nvPr/>
        </p:nvSpPr>
        <p:spPr>
          <a:xfrm>
            <a:off x="9418319" y="2505456"/>
            <a:ext cx="201168" cy="20116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39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Create / delete Cognito users</a:t>
            </a:r>
          </a:p>
        </p:txBody>
      </p:sp>
      <p:sp>
        <p:nvSpPr>
          <p:cNvPr id="59" name="Oval 58"/>
          <p:cNvSpPr/>
          <p:nvPr/>
        </p:nvSpPr>
        <p:spPr>
          <a:xfrm>
            <a:off x="9418319" y="2916936"/>
            <a:ext cx="201168" cy="20116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39" y="2880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Manage team groups</a:t>
            </a:r>
          </a:p>
        </p:txBody>
      </p:sp>
      <p:sp>
        <p:nvSpPr>
          <p:cNvPr id="61" name="Oval 60"/>
          <p:cNvSpPr/>
          <p:nvPr/>
        </p:nvSpPr>
        <p:spPr>
          <a:xfrm>
            <a:off x="9418319" y="3328416"/>
            <a:ext cx="201168" cy="20116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39" y="3291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Assign users to teams</a:t>
            </a:r>
          </a:p>
        </p:txBody>
      </p:sp>
      <p:sp>
        <p:nvSpPr>
          <p:cNvPr id="63" name="Oval 62"/>
          <p:cNvSpPr/>
          <p:nvPr/>
        </p:nvSpPr>
        <p:spPr>
          <a:xfrm>
            <a:off x="9418319" y="3739896"/>
            <a:ext cx="201168" cy="20116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39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Admin-only visibility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418319" y="5212080"/>
            <a:ext cx="246888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Deployed &amp;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Feature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15 features complete, 3 planned for next phase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AI Test Plan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517904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Live Browser 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517904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Live Browser View (noVNC)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81360" y="1517904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938528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842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Test Replay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993392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938528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9842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Test Case Inventory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993392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938528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9842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Semantic Search (pgvector)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81360" y="1993392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414016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459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Service Config Management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468880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2414016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2459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Test Account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2468880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414016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4597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Multi-Team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81360" y="2468880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889504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935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Multi-Environment (4 envs)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2944368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2889504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935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2944368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2889504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2935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Auth &amp; Access Control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81360" y="2944368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3364992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3410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CI/CD -- 4 Pipelines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3419856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6240" y="3364992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43400" y="3410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Exploratory Mode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9440" y="3419856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3364992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4107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Run Records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81360" y="3419856"/>
            <a:ext cx="868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3840480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Test Metrics Dashboard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17520" y="3895344"/>
            <a:ext cx="868680" cy="256032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06240" y="3840480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4340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Slack / Email Notifications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3895344"/>
            <a:ext cx="868680" cy="256032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8160" y="3840480"/>
            <a:ext cx="3749039" cy="384048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Scheduled Test Runs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81360" y="3895344"/>
            <a:ext cx="868680" cy="256032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6217920"/>
            <a:ext cx="11612880" cy="4572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2362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15 / 18 features shipped  |  83% complete  |  3 planned for Phase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18 AWS services, fully serverless, zero always-on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1430000" cy="5943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800" cy="5943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1828800" cy="347472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USER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QA Engineer &gt; React SPA (Amplify + CloudFront)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94560"/>
            <a:ext cx="11430000" cy="5943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50800" cy="5943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304288"/>
            <a:ext cx="1828800" cy="347472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AUTH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317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Cognito User Pool &gt; Identity Pool &gt; JWT &gt; IAM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11430000" cy="5943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50800" cy="5943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035808"/>
            <a:ext cx="1828800" cy="347472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0632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Bedrock AgentCore &gt; Claude Sonnet 4.5 &gt; Strands SDK &gt; MCP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57600"/>
            <a:ext cx="11430000" cy="5943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50800" cy="5943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767328"/>
            <a:ext cx="1828800" cy="347472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COMPUTE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7947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ECS Fargate (on-demand) &gt; Playwright + noVNC &gt; 3 Lambda Functions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389120"/>
            <a:ext cx="11430000" cy="5943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50800" cy="5943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498848"/>
            <a:ext cx="1828800" cy="347472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5262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Aurora Serverless v2 + pgvector  |  DynamoDB Config  |  RDS Data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20640"/>
            <a:ext cx="11430000" cy="5943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50800" cy="5943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5230368"/>
            <a:ext cx="1828800" cy="347472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CI/CD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2578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3 CodePipelines &gt; CodeBuild &gt; ECR &gt; Amplify Auto-deploy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943600" y="205740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5943600" y="278892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5943600" y="352044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5943600" y="425196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5943600" y="4983480"/>
            <a:ext cx="320040" cy="182880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5943600"/>
            <a:ext cx="182880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AWS Services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5943600"/>
            <a:ext cx="182880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Environments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5943600"/>
            <a:ext cx="182880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GitHub Repos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39" y="5943600"/>
            <a:ext cx="182880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39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39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CodePipelines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5943600"/>
            <a:ext cx="182880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20+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Concurrent Users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95560" y="5943600"/>
            <a:ext cx="1828800" cy="7315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95560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$0.50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Idle Cost/mo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Cost &amp; Scaling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Zero always-on compute. Pay only when tests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303520" cy="22860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Segoe UI"/>
              </a:defRPr>
            </a:pPr>
            <a:r>
              <a:t>MONTHLY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Idle (no tests running)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94560"/>
            <a:ext cx="1188720" cy="292608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$0.50/mo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12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Aurora auto-pause, zero ECS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Light usage (10 tests/day)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697480"/>
            <a:ext cx="1188720" cy="29260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$15-25/mo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15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On-demand Fargate + Bedrock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Heavy usage (50+ tests/day)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200400"/>
            <a:ext cx="1188720" cy="292608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$30-70/mo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18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Scales linearly with usage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554480"/>
            <a:ext cx="5852160" cy="22860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554480"/>
            <a:ext cx="5852160" cy="50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VS TRADITIONAL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94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Segoe UI"/>
              </a:defRPr>
            </a:pPr>
            <a:r>
              <a:t>Always-on Selenium Grid: $500-2000/mo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0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Segoe UI"/>
              </a:defRPr>
            </a:pPr>
            <a:r>
              <a:t>QA engineer salaries: $8000-15000/mo per person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923C"/>
                </a:solidFill>
                <a:latin typeface="Segoe UI"/>
              </a:defRPr>
            </a:pPr>
            <a:r>
              <a:t>Test maintenance overhead: 40% of QA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114800"/>
            <a:ext cx="11430000" cy="2560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SCALING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3611880" cy="7772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38100" cy="7772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09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Segoe UI"/>
              </a:defRPr>
            </a:pPr>
            <a:r>
              <a:t>Zero always-on 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ECS tasks spin up only when a test is running. Shut down immediately after.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663440"/>
            <a:ext cx="3611880" cy="7772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663440"/>
            <a:ext cx="38100" cy="7772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709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1 task per user session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Each test gets an isolated Fargate task with its own browser. No cross-contamination.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663440"/>
            <a:ext cx="3611880" cy="7772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4663440"/>
            <a:ext cx="38100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47091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20+ concurrent capacity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Fargate scales to 20+ simultaneous test sessions with no pre-provisioning.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577840"/>
            <a:ext cx="3611880" cy="7772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577840"/>
            <a:ext cx="38100" cy="7772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6235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Aurora auto-pause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897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Database pauses after 5 min idle. Resumes in ~30s on first query. Near-zero idle cost.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577840"/>
            <a:ext cx="3611880" cy="7772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5577840"/>
            <a:ext cx="38100" cy="77724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56235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Bedrock pay-per-token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897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Claude Sonnet charges only for tokens used. No reserved capacity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Built in 15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1 engineer, aggressive AI-assisted development (Claude Code)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554480"/>
            <a:ext cx="2240280" cy="27432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240280" cy="508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691640"/>
            <a:ext cx="914400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691640"/>
            <a:ext cx="100584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VPC, Cognito, Aurora, DynamoDB,</a:t>
            </a:r>
            <a:br/>
            <a:r>
              <a:t>ECS Fargate, CDK IaC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1554480"/>
            <a:ext cx="2240280" cy="27432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1554480"/>
            <a:ext cx="224028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60" y="1691640"/>
            <a:ext cx="914400" cy="27432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691640"/>
            <a:ext cx="100584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4688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 Lambda functions,</a:t>
            </a:r>
            <a:br/>
            <a:r>
              <a:t>Playwright MCP container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1554480"/>
            <a:ext cx="2240280" cy="27432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1554480"/>
            <a:ext cx="2240280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0" y="1691640"/>
            <a:ext cx="914400" cy="27432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691640"/>
            <a:ext cx="100584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B923C"/>
                </a:solidFill>
                <a:latin typeface="Segoe UI"/>
              </a:defRPr>
            </a:pPr>
            <a:r>
              <a:t>4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4688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AgentCore, plan/automate/replay</a:t>
            </a:r>
            <a:br/>
            <a:r>
              <a:t>modes, MCP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1554480"/>
            <a:ext cx="2240280" cy="27432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554480"/>
            <a:ext cx="224028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1691640"/>
            <a:ext cx="914400" cy="27432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691640"/>
            <a:ext cx="100584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5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4688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4 React screens, Cognito auth,</a:t>
            </a:r>
            <a:br/>
            <a:r>
              <a:t>noVNC, streaming 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1554480"/>
            <a:ext cx="2240280" cy="27432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92640" y="1554480"/>
            <a:ext cx="2240280" cy="50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0" y="1691640"/>
            <a:ext cx="914400" cy="2743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89920" y="1691640"/>
            <a:ext cx="100584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1 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1031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CI/CD +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4688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3 CodePipelines, Amplify,</a:t>
            </a:r>
            <a:br/>
            <a:r>
              <a:t>architecture docs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572000"/>
            <a:ext cx="11430000" cy="21031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 ACCELERATION COMPARISON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029200"/>
            <a:ext cx="3611880" cy="13716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029200"/>
            <a:ext cx="3611880" cy="50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Segoe UI"/>
              </a:defRPr>
            </a:pPr>
            <a:r>
              <a:t>Traditional (no AI)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7171"/>
                </a:solidFill>
                <a:latin typeface="Segoe UI"/>
              </a:defRPr>
            </a:pPr>
            <a:r>
              <a:t>~6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4-5 person team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5029200"/>
            <a:ext cx="3611880" cy="13716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43400" y="5029200"/>
            <a:ext cx="3611880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Segoe UI"/>
              </a:defRPr>
            </a:pPr>
            <a:r>
              <a:t>Moderate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923C"/>
                </a:solidFill>
                <a:latin typeface="Segoe UI"/>
              </a:defRPr>
            </a:pPr>
            <a:r>
              <a:t>~2 months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2 person team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5029200"/>
            <a:ext cx="3611880" cy="13716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60" y="5029200"/>
            <a:ext cx="361188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Aggressive AI (Claude Code)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Segoe UI"/>
              </a:defRPr>
            </a:pPr>
            <a:r>
              <a:t>15 days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 engineer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01200" y="4663440"/>
            <a:ext cx="201168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12x faster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Key Architecture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Why we chose what we chose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5760720" cy="15087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0800" cy="15087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DynamoDB for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1554480"/>
            <a:ext cx="210312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Not SSM Parameter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Multi-team scoping with pk/sk, browser-direct access via Cognito Identity Pool, no Lambda proxy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760720" cy="15087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0800" cy="15087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Cognito Groups for Teams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554480"/>
            <a:ext cx="210312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Not custom 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Zero-code team isolation. JWT carries group, all services scope data by team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54680"/>
            <a:ext cx="5760720" cy="15087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54680"/>
            <a:ext cx="50800" cy="15087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ECS Fargate On-demand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3246120"/>
            <a:ext cx="210312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Not warm pool or EC2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Zero idle cost. 60s cold start is acceptable. Was paying $216/mo for 3-task warm pool.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54680"/>
            <a:ext cx="5760720" cy="15087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154680"/>
            <a:ext cx="50800" cy="150876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Bedrock AgentCore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3246120"/>
            <a:ext cx="210312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Not self-hosted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118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Managed container runtime. No ECS/EKS for the agent. Built-in scaling, versioning, and monitoring.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846320"/>
            <a:ext cx="5760720" cy="15087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846320"/>
            <a:ext cx="50800" cy="15087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D4BF"/>
                </a:solidFill>
                <a:latin typeface="Segoe UI"/>
              </a:defRPr>
            </a:pPr>
            <a:r>
              <a:t>Aurora + pgvector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9040" y="4937760"/>
            <a:ext cx="210312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Not OpenSearch or Pinecone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Single database for relational data AND vector search. No extra service. RDS Data API for serverless access.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846320"/>
            <a:ext cx="5760720" cy="15087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846320"/>
            <a:ext cx="50800" cy="150876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  <a:latin typeface="Segoe UI"/>
              </a:defRPr>
            </a:pPr>
            <a:r>
              <a:t>CDK Infrastructure as 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4937760"/>
            <a:ext cx="210312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Not console or CloudFormation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3035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TypeScript CDK for all 18 services. One-command deploy. Reproducible across accounts.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5080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Phase 2 roadmap and expansion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486400" cy="3200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508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PHASE 2 -- PLANNED 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39696"/>
            <a:ext cx="274320" cy="2743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Test Metrics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Aggregate pass/fail rates, trends, most-run services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15184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Slack / Email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57860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Alert on test failure or completion via webhook or SES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090672"/>
            <a:ext cx="274320" cy="2743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540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Scheduled Test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0540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Cron-based smoke tests -- nightly, per-deploy, or on-demand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56616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295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Multi-Agent 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52958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Specialized agents for different test types (API, visual, perf)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41648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05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Test Coverage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005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Map test cases to features/stories, identify coverage gaps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463040"/>
            <a:ext cx="5669280" cy="3200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463040"/>
            <a:ext cx="5669280" cy="50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00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EXPANSION OPPORTUNITIES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139696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API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Extend beyond browser tests to REST/GraphQL API automation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2615184"/>
            <a:ext cx="274320" cy="2743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5786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Visual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578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Screenshot comparison to catch unintended UI changes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3090672"/>
            <a:ext cx="274320" cy="27432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0540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  <a:latin typeface="Segoe UI"/>
              </a:defRPr>
            </a:pPr>
            <a:r>
              <a:t>Performance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0540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Load test generation from natural language descriptions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0" y="3566160"/>
            <a:ext cx="274320" cy="2743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5295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Cross-team Rollout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5295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Onboard additional teams -- config is already multi-tenant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0" y="4041648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0050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Segoe UI"/>
              </a:defRPr>
            </a:pPr>
            <a:r>
              <a:t>CI/CD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005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Trigger Prompt2Test on every deployment automatically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937760"/>
            <a:ext cx="11430000" cy="16459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937760"/>
            <a:ext cx="11430000" cy="5080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D34D"/>
                </a:solidFill>
                <a:latin typeface="Segoe UI"/>
              </a:defRPr>
            </a:pPr>
            <a:r>
              <a:t>KEY TAKEAWAY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486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Prompt2Test is production-ready today. 15 features shipped, 18 AWS services integrated, multi-team/multi-env.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Built by 1 engineer in 15 days using AI-assisted development -- demonstrating 12x acceleration over traditional approaches.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